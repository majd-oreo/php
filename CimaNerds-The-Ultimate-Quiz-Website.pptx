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</p:sldIdLst>
  <p:sldSz cx="14630400" cy="8229600"/>
  <p:notesSz cx="8229600" cy="14630400"/>
  <p:embeddedFontLst>
    <p:embeddedFont>
      <p:font typeface="Dela Gothic One" panose="020B0604020202020204" charset="-128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DM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78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258139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dirty="0" err="1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r>
              <a:rPr lang="en-US" sz="5400" dirty="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</a:t>
            </a:r>
            <a:r>
              <a:rPr lang="en-US" sz="5400" dirty="0" err="1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</a:t>
            </a:r>
            <a:r>
              <a:rPr lang="en-US" sz="5400" dirty="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erds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58309" y="3876081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Test your movie knowledge across genres, eras, and categories to see if you're a true </a:t>
            </a:r>
            <a:r>
              <a:rPr lang="en-US" sz="1600" dirty="0" err="1">
                <a:solidFill>
                  <a:schemeClr val="bg1"/>
                </a:solidFill>
              </a:rPr>
              <a:t>CimaNerd</a:t>
            </a:r>
            <a:r>
              <a:rPr lang="en-US" sz="1600" dirty="0">
                <a:solidFill>
                  <a:schemeClr val="bg1"/>
                </a:solidFill>
              </a:rPr>
              <a:t>!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213128" y="5268873"/>
            <a:ext cx="3459361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2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CB92A1-7A5A-41BA-B685-D6989D014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24" y="53787"/>
            <a:ext cx="6788075" cy="8175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429" y="1406666"/>
            <a:ext cx="832365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Who are the </a:t>
            </a:r>
            <a:r>
              <a:rPr lang="en-US" sz="4450" dirty="0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</a:t>
            </a:r>
            <a:r>
              <a:rPr lang="en-US" sz="4450" dirty="0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</a:t>
            </a: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erds?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86726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452867"/>
            <a:ext cx="6459210" cy="212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A group of people who share the same passion in the world of </a:t>
            </a:r>
            <a:r>
              <a:rPr lang="en-US" sz="2300" dirty="0" err="1">
                <a:solidFill>
                  <a:schemeClr val="bg1"/>
                </a:solidFill>
              </a:rPr>
              <a:t>cima</a:t>
            </a:r>
            <a:r>
              <a:rPr lang="en-US" sz="2300" dirty="0">
                <a:solidFill>
                  <a:schemeClr val="bg1"/>
                </a:solidFill>
              </a:rPr>
              <a:t> where we found our  dreams come true while we watch it on the screen where we can imagine ourself and escape from the real world 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sz="2300" dirty="0">
                <a:solidFill>
                  <a:srgbClr val="C00000"/>
                </a:solidFill>
              </a:rPr>
              <a:t>PS</a:t>
            </a:r>
            <a:r>
              <a:rPr lang="en-US" sz="2300" dirty="0">
                <a:solidFill>
                  <a:schemeClr val="bg1"/>
                </a:solidFill>
              </a:rPr>
              <a:t>: don’t forget to see our recommendations</a:t>
            </a:r>
          </a:p>
          <a:p>
            <a:pPr marL="0" indent="0">
              <a:lnSpc>
                <a:spcPts val="2700"/>
              </a:lnSpc>
              <a:buNone/>
            </a:pPr>
            <a:endParaRPr lang="en-US" sz="2300" dirty="0">
              <a:solidFill>
                <a:schemeClr val="bg1"/>
              </a:solidFill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sz="2800" dirty="0">
                <a:solidFill>
                  <a:srgbClr val="F20000"/>
                </a:solidFill>
              </a:rPr>
              <a:t>“So what if I’m crazy the best people are “</a:t>
            </a:r>
          </a:p>
        </p:txBody>
      </p:sp>
      <p:sp>
        <p:nvSpPr>
          <p:cNvPr id="5" name="Text 3"/>
          <p:cNvSpPr/>
          <p:nvPr/>
        </p:nvSpPr>
        <p:spPr>
          <a:xfrm>
            <a:off x="7587139" y="4011335"/>
            <a:ext cx="330993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584144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EC3BD4-31C7-4934-9F0C-BCA610F6E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91" y="2897682"/>
            <a:ext cx="7126709" cy="5331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443" y="1016198"/>
            <a:ext cx="13249513" cy="129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Our Mission: Revolutionizing Online Quizzing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649" y="2708791"/>
            <a:ext cx="2186107" cy="14686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0134" y="3436501"/>
            <a:ext cx="145018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293043" y="2906078"/>
            <a:ext cx="259592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Engagement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293043" y="3348871"/>
            <a:ext cx="8449628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We're committed to crafting highly engaging and interactive quizzes that captivate your attention.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145048" y="4192548"/>
            <a:ext cx="8745617" cy="11430"/>
          </a:xfrm>
          <a:prstGeom prst="roundRect">
            <a:avLst>
              <a:gd name="adj" fmla="val 724978"/>
            </a:avLst>
          </a:prstGeom>
          <a:solidFill>
            <a:srgbClr val="8D242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537" y="4226719"/>
            <a:ext cx="4372332" cy="14686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9654" y="4763810"/>
            <a:ext cx="205978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386155" y="4424005"/>
            <a:ext cx="259592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Accessibility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86155" y="4866799"/>
            <a:ext cx="7356515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aim to make quizzing accessible to everyone, regardless of their background or knowledge level.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238161" y="5710476"/>
            <a:ext cx="7652504" cy="11430"/>
          </a:xfrm>
          <a:prstGeom prst="roundRect">
            <a:avLst>
              <a:gd name="adj" fmla="val 724978"/>
            </a:avLst>
          </a:prstGeom>
          <a:solidFill>
            <a:srgbClr val="8D242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43" y="5744647"/>
            <a:ext cx="6558439" cy="14686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058" y="6281738"/>
            <a:ext cx="217289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479268" y="5941933"/>
            <a:ext cx="259592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Innovation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479268" y="6384727"/>
            <a:ext cx="6263402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We're constantly pushing boundaries, introducing new features and technologies to enhance the quizzing experience.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7857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Features of </a:t>
            </a:r>
            <a:r>
              <a:rPr lang="en-US" sz="4450" dirty="0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</a:t>
            </a:r>
            <a:r>
              <a:rPr lang="en-US" sz="4450" dirty="0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</a:t>
            </a: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erds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728913"/>
            <a:ext cx="3705463" cy="2677597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2953107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Extensive Collection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3795474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CimaNerds boasts an extensive collection of quizzes across diverse categories, ensuring something for everyone.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347" y="2728913"/>
            <a:ext cx="3705463" cy="2677597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4542" y="2953107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Personalized Learning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04542" y="3795474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quizzes are designed to cater to your unique learning style and preferences, providing a tailored experience.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623084"/>
            <a:ext cx="7627382" cy="1627942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5847278"/>
            <a:ext cx="430553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Continuous Improvement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6333411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We're constantly updating our quiz library with new and exciting content to keep you engaged and challenged.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89345" y="1045250"/>
            <a:ext cx="7738110" cy="132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Diverse Quiz Categories for All </a:t>
            </a:r>
            <a:r>
              <a:rPr lang="en-US" sz="4150" dirty="0" err="1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r>
              <a:rPr lang="en-US" sz="4150" dirty="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</a:t>
            </a:r>
            <a:r>
              <a:rPr lang="en-US" sz="4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Fans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6189345" y="3370421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Movies 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189345" y="3821311"/>
            <a:ext cx="371844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your knowledge of movies</a:t>
            </a:r>
            <a:endParaRPr lang="en-US" sz="1550" dirty="0"/>
          </a:p>
        </p:txBody>
      </p:sp>
      <p:sp>
        <p:nvSpPr>
          <p:cNvPr id="8" name="Text 3"/>
          <p:cNvSpPr/>
          <p:nvPr/>
        </p:nvSpPr>
        <p:spPr>
          <a:xfrm>
            <a:off x="10209014" y="3370421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Series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09014" y="3821311"/>
            <a:ext cx="3718441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 the world of series with quizzes</a:t>
            </a:r>
            <a:endParaRPr lang="en-US" sz="1550" dirty="0"/>
          </a:p>
        </p:txBody>
      </p:sp>
      <p:sp>
        <p:nvSpPr>
          <p:cNvPr id="11" name="Text 5"/>
          <p:cNvSpPr/>
          <p:nvPr/>
        </p:nvSpPr>
        <p:spPr>
          <a:xfrm>
            <a:off x="6189345" y="6090642"/>
            <a:ext cx="264271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Anime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189345" y="6541532"/>
            <a:ext cx="371844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Delve into various aspects of Anime.</a:t>
            </a:r>
            <a:endParaRPr lang="en-US" sz="1550" dirty="0"/>
          </a:p>
        </p:txBody>
      </p:sp>
      <p:pic>
        <p:nvPicPr>
          <p:cNvPr id="17" name="Graphic 16" descr="Drama with solid fill">
            <a:extLst>
              <a:ext uri="{FF2B5EF4-FFF2-40B4-BE49-F238E27FC236}">
                <a16:creationId xmlns:a16="http://schemas.microsoft.com/office/drawing/2014/main" id="{A646AC3A-37C9-4012-93ED-A0A6E08D6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9233" y="2349956"/>
            <a:ext cx="914400" cy="914400"/>
          </a:xfrm>
          <a:prstGeom prst="rect">
            <a:avLst/>
          </a:prstGeom>
        </p:spPr>
      </p:pic>
      <p:pic>
        <p:nvPicPr>
          <p:cNvPr id="21" name="Graphic 20" descr="Video camera with solid fill">
            <a:extLst>
              <a:ext uri="{FF2B5EF4-FFF2-40B4-BE49-F238E27FC236}">
                <a16:creationId xmlns:a16="http://schemas.microsoft.com/office/drawing/2014/main" id="{23EC8ECA-942A-42A3-A18F-9A2B7631A8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9327" y="2333543"/>
            <a:ext cx="914400" cy="914400"/>
          </a:xfrm>
          <a:prstGeom prst="rect">
            <a:avLst/>
          </a:prstGeom>
        </p:spPr>
      </p:pic>
      <p:pic>
        <p:nvPicPr>
          <p:cNvPr id="23" name="Graphic 22" descr="Paw prints with solid fill">
            <a:extLst>
              <a:ext uri="{FF2B5EF4-FFF2-40B4-BE49-F238E27FC236}">
                <a16:creationId xmlns:a16="http://schemas.microsoft.com/office/drawing/2014/main" id="{67803A8D-AD9B-411F-BBA2-448813004D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4635" y="5106710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DDD826E-4084-46BE-A9EA-DBB5B1984F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7860"/>
            <a:ext cx="5888117" cy="8201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4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0420" y="385885"/>
            <a:ext cx="8296233" cy="1755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plans for </a:t>
            </a:r>
            <a:r>
              <a:rPr lang="en-US" sz="3850" dirty="0" err="1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r>
              <a:rPr lang="en-US" sz="3850" dirty="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</a:t>
            </a:r>
            <a:r>
              <a:rPr lang="en-US" sz="3850" dirty="0" err="1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</a:t>
            </a:r>
            <a:r>
              <a:rPr lang="en-US" sz="3850" dirty="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erds</a:t>
            </a:r>
            <a:r>
              <a:rPr lang="en-US" sz="3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40529" y="2731651"/>
            <a:ext cx="3777734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6799778" y="3581876"/>
            <a:ext cx="2459236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140529" y="4001333"/>
            <a:ext cx="3777734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4886" y="3581876"/>
            <a:ext cx="3144917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198537" y="4001333"/>
            <a:ext cx="3777734" cy="89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140529" y="5552599"/>
            <a:ext cx="3777734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endParaRPr lang="en-US" sz="4850" dirty="0"/>
          </a:p>
        </p:txBody>
      </p:sp>
      <p:sp>
        <p:nvSpPr>
          <p:cNvPr id="11" name="Text 8"/>
          <p:cNvSpPr/>
          <p:nvPr/>
        </p:nvSpPr>
        <p:spPr>
          <a:xfrm>
            <a:off x="6742509" y="6402824"/>
            <a:ext cx="2573774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96717" y="2286453"/>
            <a:ext cx="8563086" cy="3926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Show the scores of the best </a:t>
            </a:r>
            <a:r>
              <a:rPr lang="en-US" sz="2000" dirty="0">
                <a:solidFill>
                  <a:srgbClr val="C00000"/>
                </a:solidFill>
              </a:rPr>
              <a:t>N</a:t>
            </a:r>
            <a:r>
              <a:rPr lang="en-US" sz="2000" dirty="0">
                <a:solidFill>
                  <a:schemeClr val="bg1"/>
                </a:solidFill>
              </a:rPr>
              <a:t>erds in the group </a:t>
            </a:r>
            <a:r>
              <a:rPr lang="en-US" sz="2000" dirty="0"/>
              <a:t>…………………</a:t>
            </a:r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endParaRPr lang="en-US" sz="2000" dirty="0"/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endParaRPr lang="en-US" sz="2000" dirty="0"/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Select a </a:t>
            </a:r>
            <a:r>
              <a:rPr lang="en-US" sz="2000" dirty="0">
                <a:solidFill>
                  <a:srgbClr val="C00000"/>
                </a:solidFill>
              </a:rPr>
              <a:t>N</a:t>
            </a:r>
            <a:r>
              <a:rPr lang="en-US" sz="2000" dirty="0">
                <a:solidFill>
                  <a:schemeClr val="bg1"/>
                </a:solidFill>
              </a:rPr>
              <a:t>erd of the month and give him a unique nickname</a:t>
            </a:r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Give access to all series and movies from all categories</a:t>
            </a:r>
            <a:r>
              <a:rPr lang="en-US" sz="2000" dirty="0"/>
              <a:t>………</a:t>
            </a:r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algn="ctr">
              <a:lnSpc>
                <a:spcPts val="235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algn="ctr">
              <a:lnSpc>
                <a:spcPts val="235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ctr">
              <a:lnSpc>
                <a:spcPts val="2350"/>
              </a:lnSpc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2363153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Join the </a:t>
            </a:r>
            <a:r>
              <a:rPr lang="en-US" sz="4450" dirty="0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</a:t>
            </a:r>
            <a:r>
              <a:rPr lang="en-US" sz="4450" dirty="0">
                <a:solidFill>
                  <a:srgbClr val="C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</a:t>
            </a: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erds Community: Register Today!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826198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us to see how much </a:t>
            </a:r>
            <a:r>
              <a:rPr lang="en-US" sz="1700" dirty="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cima</a:t>
            </a: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expert you truly are </a:t>
            </a:r>
            <a:r>
              <a:rPr lang="en-US" sz="2800" dirty="0">
                <a:solidFill>
                  <a:srgbClr val="C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!</a:t>
            </a:r>
            <a:endParaRPr lang="en-US" sz="1700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D877C8-002F-4516-9471-4C63AB709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995" y="1547372"/>
            <a:ext cx="3945311" cy="4135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30F8D255-4A18-41FF-B88C-5FC77AF3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9" y="161363"/>
            <a:ext cx="3921540" cy="282926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CCCD966-77F3-4F20-8B54-30510439B70E}"/>
              </a:ext>
            </a:extLst>
          </p:cNvPr>
          <p:cNvSpPr/>
          <p:nvPr/>
        </p:nvSpPr>
        <p:spPr>
          <a:xfrm>
            <a:off x="193638" y="2990626"/>
            <a:ext cx="3921541" cy="43030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Alkaseeh</a:t>
            </a:r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E95B67E-EAD7-4472-A7B4-48DFD9E9F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887" y="161363"/>
            <a:ext cx="3921542" cy="2829263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961959D-EB9A-4EA0-ADA6-C8FF5766719A}"/>
              </a:ext>
            </a:extLst>
          </p:cNvPr>
          <p:cNvSpPr/>
          <p:nvPr/>
        </p:nvSpPr>
        <p:spPr>
          <a:xfrm>
            <a:off x="10370372" y="2990626"/>
            <a:ext cx="3943057" cy="43030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Ibraheem</a:t>
            </a:r>
            <a:r>
              <a:rPr lang="en-US" dirty="0"/>
              <a:t> </a:t>
            </a:r>
            <a:r>
              <a:rPr lang="en-US" dirty="0" err="1"/>
              <a:t>Qunibi</a:t>
            </a:r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9274D71-E882-4F8A-9781-E72A9C8F4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39" y="4448287"/>
            <a:ext cx="3921541" cy="28507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4AC44ECB-6965-4C60-AF14-A5906474AE51}"/>
              </a:ext>
            </a:extLst>
          </p:cNvPr>
          <p:cNvSpPr/>
          <p:nvPr/>
        </p:nvSpPr>
        <p:spPr>
          <a:xfrm>
            <a:off x="193639" y="7299067"/>
            <a:ext cx="3921541" cy="43030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Ayman </a:t>
            </a:r>
            <a:r>
              <a:rPr lang="en-US" dirty="0" err="1"/>
              <a:t>Aburomman</a:t>
            </a:r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3C6F1F9-EC2B-42C8-AAAB-F98F3ED17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1889" y="4448287"/>
            <a:ext cx="3921540" cy="285078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0AC671D-CC9E-4978-B5E6-1F08C13DA7F0}"/>
              </a:ext>
            </a:extLst>
          </p:cNvPr>
          <p:cNvSpPr/>
          <p:nvPr/>
        </p:nvSpPr>
        <p:spPr>
          <a:xfrm>
            <a:off x="10391889" y="7317892"/>
            <a:ext cx="3943057" cy="43030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Razan</a:t>
            </a:r>
            <a:r>
              <a:rPr lang="en-US" dirty="0"/>
              <a:t> </a:t>
            </a:r>
            <a:r>
              <a:rPr lang="en-US" dirty="0" err="1"/>
              <a:t>Saaideh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228510A-6CAA-42A5-BA3E-B0B379AB7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4430" y="2689410"/>
            <a:ext cx="3921540" cy="2850779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807FB602-0DB5-4A52-A9DE-9B742619430B}"/>
              </a:ext>
            </a:extLst>
          </p:cNvPr>
          <p:cNvSpPr/>
          <p:nvPr/>
        </p:nvSpPr>
        <p:spPr>
          <a:xfrm>
            <a:off x="5354429" y="5540189"/>
            <a:ext cx="3921541" cy="43030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Mohammad </a:t>
            </a:r>
            <a:r>
              <a:rPr lang="en-US" dirty="0" err="1"/>
              <a:t>Abudeya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310</Words>
  <Application>Microsoft Office PowerPoint</Application>
  <PresentationFormat>Custom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Dela Gothic One</vt:lpstr>
      <vt:lpstr>Arial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Orange</cp:lastModifiedBy>
  <cp:revision>13</cp:revision>
  <dcterms:created xsi:type="dcterms:W3CDTF">2025-01-13T15:08:20Z</dcterms:created>
  <dcterms:modified xsi:type="dcterms:W3CDTF">2025-01-13T22:00:15Z</dcterms:modified>
</cp:coreProperties>
</file>